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ROC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BD5E1"/>
                </a:solidFill>
              </a:defRPr>
            </a:pPr>
            <a:r>
              <a:t>Panduan Penggunaan &amp; Dokumentasi Fitur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Versi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Daftar 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Pengenalan Sistem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Tentang ROC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ROC Dashboardadalah sistem manajemen terintegrasi untuk mengelola data engineerteknisi dan mesin customer. Sistem ini dirancang untuk memberikan vi...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Fitur Utama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21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Overview  KPI 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Total Engineers:Jumlah total engineer yang terdaftar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Total Machines:Jumlah total mesin customer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Stock Parts:Total spare parts dalam inventory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FSL Locations:Jumlah Field Service Location (gudang regional)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Visualisasi Interaktif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Peta Interaktif:Distribusi engineer dan mesin berdasarkan lokasi geografis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Charts Graphs:Visualisasi data dalam bentuk bar chart, pie chart, dan line chart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Training Progress:Tracking progress training engineer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Machine Analytics:Analisis umur mesin, warranty status, dan tren instalasi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Cara Menggunakan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Akses halaman Dashboard melalui menu sidebar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Gunakan filter di bagian atas untuk memfilter data berdasarkan kategori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Klik pada KPI cards untuk melihat detail lebih lanjut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Klik pada chart untuk membuka tampilan fullscreen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Gunakan peta interaktif untuk melihat distribusi geografis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22 Engineers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Fitur CRUD Lengkap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Create:Tambah engineer baru dengan form dinamis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Read:Lihat daftar engineer dengan tabel yang dapat di-sort dan di-filter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Update:Edit data engineer yang sudah ada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Delete:Hapus engineer (dengan konfirmasi)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Bulk Delete:Hapus multiple engineer sekaligus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Cara Menggunakan Engineers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Klik menu Engineers di sidebar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Untuk menambah engineer baru: Klik tombol Add Engineer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Isi form yang muncul, lalu klik Save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Untuk edit: Klik icon edit () pada baris engineer yang ingin diedit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Untuk hapus: Klik icon delete () dan konfirmasi penghapusan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Gunakan search box untuk mencari engineer tertentu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Cara Menggunakan Engineers Management (Lanjutan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Gunakan dropdown filter untuk memfilter berdasarkan kategori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Klik icon download untuk export data ke 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23 Machines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Manajemen Mesin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Halaman ini mengelola semua data mesin customer dengan informasi lengkap tentang status warranty, maintenance, dan informasi teknis lainnya.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Fitur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CRUD Operations:Create, Read, Update, Delete mesin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Warranty Tracking:Monitor status warranty mesin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Customer Filter:Filter mesin berdasarkan customer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Region Filter:Filter berdasarkan region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Warranty Filter:Filter berdasarkan status warranty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Machine Analytics:Analisis distribusi mesin per customer, region, dan type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Cara Menggunakan Machines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Klik menu Machines di sidebar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Gunakan filter di bagian atas untuk memfilter mesin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Klik Add Machine untuk menambah mesin baru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Isi form dengan informasi mesin yang lengkap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Klik icon edit untuk mengubah data mesin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Klik pada KPI cards untuk melihat analisis detail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24 Stock Parts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Manajemen Inventory Spare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Halaman ini mengelola inventory spare parts dan Field Service Location (FSL) untuk memastikan ketersediaan parts di setiap gudang regional.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Cara Menggunakan Stock Parts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Klik menu Stock Part di sidebar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Lihat KPI cards untuk overview stock status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Klik Add Stock Part untuk menambah parts baru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Isi informasi part number, quantity, dan FSL location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Monitor stock alerts untuk parts yang perlu perhatian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Gunakan peta untuk melihat distribusi FSL locations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25 Structure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26 Decision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27 Toolbox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Visualisasi Struktur Organisasi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Menampilkan struktur organisasi engineering dengan visualisasi interaktif.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Analisis  Decision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Menyediakan analisis mendalam dan decision support untuk pengambilan keputusan.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Tools 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Berisi berbagai tools dan utilities untuk membantu operasional.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Cara Penggunaan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31 Akses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32 Navigasi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Menu Sidebar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Dashboard:Halaman utama dengan overview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Engineers:Manajemen data engineer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Machines:Manajemen data mesin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Stock Part:Manajemen inventory dan FSL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Structure:Visualisasi struktur organisasi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Decision:Analisis dan decision support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Menu Sidebar (Lanjutan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Toolbox:Tools dan utilities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Langkah-langkah Akses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Pastikan backend server sudah berjalan dihttp:localhost:5000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Pastikan frontend server sudah berjalan dihttp:localhost:5173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Buka browser dan akseshttp:localhost:5173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Jika diperlukan, login dengan kredensial yang valid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Setelah login, Anda akan diarahkan ke halaman Dashboard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Screenshot Tampilan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41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42 Engineers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Bagian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Tips  Trik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Tips Penggunaan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Gunakan Keyboard Shortcuts:Tekan ESC untuk menutup modal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Fullscreen Mode:Gunakan icon maximize untuk melihat lebih banyak data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Column Visibility:Sembunyikan kolom yang tidak diperlukan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Export Berkala:Export data secara berkala untuk backup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Filter Kombinasi:Kombinasikan beberapa filter untuk hasil spesifik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